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1" r:id="rId4"/>
    <p:sldId id="277" r:id="rId5"/>
    <p:sldId id="270" r:id="rId6"/>
    <p:sldId id="275" r:id="rId7"/>
    <p:sldId id="278" r:id="rId8"/>
    <p:sldId id="27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67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105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3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8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1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56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49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3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5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50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8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06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D6F75-5C47-4067-8CB0-DC2060F58A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EA486-AA6A-4703-8BA6-794D47EADC6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0" y="476251"/>
            <a:ext cx="12192000" cy="73025"/>
          </a:xfrm>
          <a:prstGeom prst="rect">
            <a:avLst/>
          </a:prstGeom>
          <a:gradFill rotWithShape="0">
            <a:gsLst>
              <a:gs pos="0">
                <a:schemeClr val="tx2">
                  <a:lumMod val="40000"/>
                  <a:lumOff val="60000"/>
                </a:schemeClr>
              </a:gs>
              <a:gs pos="100000">
                <a:srgbClr val="FFFFFF"/>
              </a:gs>
              <a:gs pos="100000">
                <a:schemeClr val="accent2">
                  <a:lumMod val="5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latin typeface="+mn-lt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01" y="6597650"/>
            <a:ext cx="3695700" cy="184150"/>
          </a:xfrm>
          <a:prstGeom prst="rect">
            <a:avLst/>
          </a:prstGeom>
          <a:noFill/>
        </p:spPr>
        <p:txBody>
          <a:bodyPr lIns="95784" tIns="0" rIns="95784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i="1" dirty="0">
                <a:solidFill>
                  <a:srgbClr val="7030A0"/>
                </a:solidFill>
                <a:latin typeface="맑은 고딕" pitchFamily="50" charset="-127"/>
                <a:ea typeface="맑은 고딕" pitchFamily="50" charset="-127"/>
              </a:rPr>
              <a:t>Creative Realization of Imagination</a:t>
            </a:r>
            <a:endParaRPr kumimoji="0" lang="ko-KR" altLang="en-US" sz="1200" b="1" i="1" dirty="0">
              <a:solidFill>
                <a:srgbClr val="7030A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Picture 10" descr="rndlogo8"/>
          <p:cNvPicPr>
            <a:picLocks noChangeAspect="1" noChangeArrowheads="1"/>
          </p:cNvPicPr>
          <p:nvPr/>
        </p:nvPicPr>
        <p:blipFill>
          <a:blip r:embed="rId14" cstate="print"/>
          <a:stretch>
            <a:fillRect/>
          </a:stretch>
        </p:blipFill>
        <p:spPr bwMode="auto">
          <a:xfrm>
            <a:off x="9072413" y="6525431"/>
            <a:ext cx="1152160" cy="33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0128252" y="6602413"/>
            <a:ext cx="2025649" cy="184150"/>
          </a:xfrm>
          <a:prstGeom prst="rect">
            <a:avLst/>
          </a:prstGeom>
          <a:noFill/>
        </p:spPr>
        <p:txBody>
          <a:bodyPr lIns="95784" tIns="0" rIns="95784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dirty="0">
                <a:latin typeface="맑은 고딕" pitchFamily="50" charset="-127"/>
                <a:ea typeface="맑은 고딕" pitchFamily="50" charset="-127"/>
              </a:rPr>
              <a:t>㈜로봇앤드디자인</a:t>
            </a:r>
          </a:p>
        </p:txBody>
      </p:sp>
      <p:sp>
        <p:nvSpPr>
          <p:cNvPr id="11" name="타원 10"/>
          <p:cNvSpPr/>
          <p:nvPr/>
        </p:nvSpPr>
        <p:spPr>
          <a:xfrm>
            <a:off x="0" y="6471344"/>
            <a:ext cx="12192000" cy="54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 rot="10800000">
            <a:off x="0" y="0"/>
            <a:ext cx="12192000" cy="47625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rgbClr val="FFFFFF"/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latin typeface="+mn-lt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46134" y="6556376"/>
            <a:ext cx="2099733" cy="2571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tIns="36000" bIns="3600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>
                <a:solidFill>
                  <a:srgbClr val="FF0000"/>
                </a:solidFill>
                <a:latin typeface="+mn-lt"/>
                <a:ea typeface="+mn-ea"/>
              </a:rPr>
              <a:t>Confidential</a:t>
            </a:r>
            <a:endParaRPr kumimoji="0" lang="ko-KR" altLang="en-US" sz="12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97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 smtClean="0"/>
              <a:t>SubnetSyncer</a:t>
            </a:r>
            <a:endParaRPr lang="ko-KR" altLang="en-US" sz="4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기준 </a:t>
            </a:r>
            <a:r>
              <a:rPr lang="en-US" altLang="ko-KR" sz="1800" dirty="0" err="1" smtClean="0"/>
              <a:t>Ver</a:t>
            </a:r>
            <a:r>
              <a:rPr lang="en-US" altLang="ko-KR" sz="1800" dirty="0" smtClean="0"/>
              <a:t> </a:t>
            </a:r>
            <a:r>
              <a:rPr lang="en-US" altLang="ko-KR" sz="1800" dirty="0" smtClean="0"/>
              <a:t>5.12.0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/>
              <a:t>Client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>2025.11.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41524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22" y="1080000"/>
            <a:ext cx="4163006" cy="238158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00" y="3779668"/>
            <a:ext cx="4163006" cy="23815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22" y="3779668"/>
            <a:ext cx="4163006" cy="238158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12476" y="76071"/>
            <a:ext cx="958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b="1" dirty="0" smtClean="0"/>
              <a:t>▣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연결</a:t>
            </a:r>
            <a:endParaRPr lang="en-US" altLang="ko-KR" b="1" dirty="0" smtClean="0">
              <a:latin typeface="+mn-ea"/>
            </a:endParaRPr>
          </a:p>
        </p:txBody>
      </p:sp>
      <p:cxnSp>
        <p:nvCxnSpPr>
          <p:cNvPr id="7" name="직선 화살표 연결선 6"/>
          <p:cNvCxnSpPr>
            <a:stCxn id="6" idx="2"/>
            <a:endCxn id="13" idx="0"/>
          </p:cNvCxnSpPr>
          <p:nvPr/>
        </p:nvCxnSpPr>
        <p:spPr>
          <a:xfrm>
            <a:off x="1300810" y="1856728"/>
            <a:ext cx="1501615" cy="192294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13" idx="3"/>
            <a:endCxn id="21" idx="1"/>
          </p:cNvCxnSpPr>
          <p:nvPr/>
        </p:nvCxnSpPr>
        <p:spPr>
          <a:xfrm>
            <a:off x="4883928" y="4970459"/>
            <a:ext cx="1542072" cy="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810272" y="987105"/>
            <a:ext cx="981075" cy="869623"/>
            <a:chOff x="819150" y="978227"/>
            <a:chExt cx="981075" cy="869623"/>
          </a:xfrm>
        </p:grpSpPr>
        <p:sp>
          <p:nvSpPr>
            <p:cNvPr id="6" name="모서리가 둥근 직사각형 5"/>
            <p:cNvSpPr/>
            <p:nvPr/>
          </p:nvSpPr>
          <p:spPr>
            <a:xfrm>
              <a:off x="819150" y="1140152"/>
              <a:ext cx="981075" cy="70769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아래쪽 화살표 14"/>
            <p:cNvSpPr/>
            <p:nvPr/>
          </p:nvSpPr>
          <p:spPr>
            <a:xfrm rot="1800000">
              <a:off x="1379803" y="978227"/>
              <a:ext cx="161925" cy="323850"/>
            </a:xfrm>
            <a:prstGeom prst="downArrow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783439" y="628896"/>
            <a:ext cx="544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제어기의 </a:t>
            </a:r>
            <a:r>
              <a:rPr lang="en-US" altLang="ko-KR" dirty="0" smtClean="0"/>
              <a:t>IP</a:t>
            </a:r>
            <a:r>
              <a:rPr lang="ko-KR" altLang="en-US" dirty="0"/>
              <a:t>를 입력하면 수동으로 </a:t>
            </a:r>
            <a:r>
              <a:rPr lang="ko-KR" altLang="en-US" dirty="0" smtClean="0"/>
              <a:t>연결 상태로 변경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/>
          <p:cNvCxnSpPr>
            <a:stCxn id="26" idx="3"/>
            <a:endCxn id="28" idx="1"/>
          </p:cNvCxnSpPr>
          <p:nvPr/>
        </p:nvCxnSpPr>
        <p:spPr>
          <a:xfrm>
            <a:off x="2792043" y="1502879"/>
            <a:ext cx="3633957" cy="767912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71393" y="600670"/>
            <a:ext cx="5098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제어기 자동 검색 후 연결</a:t>
            </a:r>
            <a:endParaRPr lang="en-US" altLang="ko-KR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1810968" y="1149030"/>
            <a:ext cx="981075" cy="7076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000" y="1080000"/>
            <a:ext cx="4163006" cy="2381582"/>
          </a:xfrm>
          <a:prstGeom prst="rect">
            <a:avLst/>
          </a:prstGeom>
        </p:spPr>
      </p:pic>
      <p:cxnSp>
        <p:nvCxnSpPr>
          <p:cNvPr id="16" name="직선 화살표 연결선 15"/>
          <p:cNvCxnSpPr>
            <a:stCxn id="28" idx="2"/>
            <a:endCxn id="21" idx="0"/>
          </p:cNvCxnSpPr>
          <p:nvPr/>
        </p:nvCxnSpPr>
        <p:spPr>
          <a:xfrm>
            <a:off x="8507503" y="3461582"/>
            <a:ext cx="0" cy="318086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8525258" y="3841814"/>
            <a:ext cx="981075" cy="7076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454440" y="4611658"/>
            <a:ext cx="321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WEB</a:t>
            </a:r>
            <a:r>
              <a:rPr lang="ko-KR" altLang="en-US" dirty="0" smtClean="0">
                <a:solidFill>
                  <a:schemeClr val="bg1"/>
                </a:solidFill>
              </a:rPr>
              <a:t>버튼을 눌러 접속을 시도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09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2476" y="76071"/>
            <a:ext cx="958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b="1" dirty="0" smtClean="0"/>
              <a:t>▣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연결</a:t>
            </a:r>
            <a:endParaRPr lang="en-US" altLang="ko-KR" b="1" dirty="0" smtClean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4992" y="664683"/>
            <a:ext cx="734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WEB</a:t>
            </a:r>
            <a:r>
              <a:rPr lang="ko-KR" altLang="en-US" dirty="0" smtClean="0"/>
              <a:t>접속 성공 시 넘어가고 실패 시 아래와 같이 설정을 변경합니다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grpSp>
        <p:nvGrpSpPr>
          <p:cNvPr id="57" name="그룹 56"/>
          <p:cNvGrpSpPr/>
          <p:nvPr/>
        </p:nvGrpSpPr>
        <p:grpSpPr>
          <a:xfrm>
            <a:off x="430630" y="1246709"/>
            <a:ext cx="6614277" cy="4236016"/>
            <a:chOff x="402055" y="1208609"/>
            <a:chExt cx="6614277" cy="4236016"/>
          </a:xfrm>
        </p:grpSpPr>
        <p:pic>
          <p:nvPicPr>
            <p:cNvPr id="54" name="그림 53"/>
            <p:cNvPicPr>
              <a:picLocks noChangeAspect="1"/>
            </p:cNvPicPr>
            <p:nvPr/>
          </p:nvPicPr>
          <p:blipFill rotWithShape="1">
            <a:blip r:embed="rId2"/>
            <a:srcRect l="29626" b="27995"/>
            <a:stretch/>
          </p:blipFill>
          <p:spPr>
            <a:xfrm>
              <a:off x="402055" y="1208609"/>
              <a:ext cx="6614277" cy="4236016"/>
            </a:xfrm>
            <a:prstGeom prst="rect">
              <a:avLst/>
            </a:prstGeom>
          </p:spPr>
        </p:pic>
        <p:sp>
          <p:nvSpPr>
            <p:cNvPr id="22" name="모서리가 둥근 직사각형 21"/>
            <p:cNvSpPr/>
            <p:nvPr/>
          </p:nvSpPr>
          <p:spPr>
            <a:xfrm>
              <a:off x="5636893" y="4430816"/>
              <a:ext cx="750786" cy="29690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990" y="782674"/>
            <a:ext cx="4012059" cy="538993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6" name="아래쪽 화살표 35"/>
          <p:cNvSpPr/>
          <p:nvPr/>
        </p:nvSpPr>
        <p:spPr>
          <a:xfrm rot="1800000">
            <a:off x="9429227" y="5487066"/>
            <a:ext cx="161925" cy="32385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/>
          <p:cNvCxnSpPr>
            <a:stCxn id="22" idx="3"/>
            <a:endCxn id="18" idx="1"/>
          </p:cNvCxnSpPr>
          <p:nvPr/>
        </p:nvCxnSpPr>
        <p:spPr>
          <a:xfrm flipV="1">
            <a:off x="6416254" y="3477644"/>
            <a:ext cx="1401736" cy="1139726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11235" y="2303722"/>
            <a:ext cx="2514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bg1"/>
                </a:solidFill>
              </a:rPr>
              <a:t>제어기 </a:t>
            </a:r>
            <a:r>
              <a:rPr lang="en-US" altLang="ko-KR" sz="1200" dirty="0" smtClean="0">
                <a:solidFill>
                  <a:schemeClr val="bg1"/>
                </a:solidFill>
              </a:rPr>
              <a:t>IP</a:t>
            </a:r>
            <a:r>
              <a:rPr lang="ko-KR" altLang="en-US" sz="1200" dirty="0" smtClean="0">
                <a:solidFill>
                  <a:schemeClr val="bg1"/>
                </a:solidFill>
              </a:rPr>
              <a:t>와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겹치진</a:t>
            </a:r>
            <a:r>
              <a:rPr lang="ko-KR" altLang="en-US" sz="1200" dirty="0" smtClean="0">
                <a:solidFill>
                  <a:schemeClr val="bg1"/>
                </a:solidFill>
              </a:rPr>
              <a:t> 않으면서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ko-KR" altLang="en-US" sz="1200" dirty="0" err="1" smtClean="0">
                <a:solidFill>
                  <a:schemeClr val="bg1"/>
                </a:solidFill>
              </a:rPr>
              <a:t>서브넷</a:t>
            </a:r>
            <a:r>
              <a:rPr lang="ko-KR" altLang="en-US" sz="1200" dirty="0" smtClean="0">
                <a:solidFill>
                  <a:schemeClr val="bg1"/>
                </a:solidFill>
              </a:rPr>
              <a:t> 대역이 같게 작성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IP </a:t>
            </a:r>
            <a:r>
              <a:rPr lang="ko-KR" altLang="en-US" sz="1200" dirty="0" smtClean="0">
                <a:solidFill>
                  <a:schemeClr val="bg1"/>
                </a:solidFill>
              </a:rPr>
              <a:t>앞 </a:t>
            </a:r>
            <a:r>
              <a:rPr lang="en-US" altLang="ko-KR" sz="1200" dirty="0" smtClean="0">
                <a:solidFill>
                  <a:schemeClr val="bg1"/>
                </a:solidFill>
              </a:rPr>
              <a:t>3</a:t>
            </a:r>
            <a:r>
              <a:rPr lang="ko-KR" altLang="en-US" sz="1200" dirty="0" smtClean="0">
                <a:solidFill>
                  <a:schemeClr val="bg1"/>
                </a:solidFill>
              </a:rPr>
              <a:t>칸의 숫자는 같게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마지막 숫자는 다르게 작성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1" name="아래쪽 화살표 50"/>
          <p:cNvSpPr/>
          <p:nvPr/>
        </p:nvSpPr>
        <p:spPr>
          <a:xfrm rot="1800000">
            <a:off x="8334861" y="1794808"/>
            <a:ext cx="161925" cy="32385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82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4172532" cy="238158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12476" y="76071"/>
            <a:ext cx="958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b="1" dirty="0" smtClean="0"/>
              <a:t>▣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백업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838575" y="1987230"/>
            <a:ext cx="981075" cy="36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/>
          <p:cNvCxnSpPr>
            <a:stCxn id="24" idx="2"/>
            <a:endCxn id="16" idx="0"/>
          </p:cNvCxnSpPr>
          <p:nvPr/>
        </p:nvCxnSpPr>
        <p:spPr>
          <a:xfrm>
            <a:off x="2802716" y="3461582"/>
            <a:ext cx="0" cy="318418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34" idx="1"/>
            <a:endCxn id="15" idx="3"/>
          </p:cNvCxnSpPr>
          <p:nvPr/>
        </p:nvCxnSpPr>
        <p:spPr>
          <a:xfrm flipH="1" flipV="1">
            <a:off x="4819650" y="2788062"/>
            <a:ext cx="1606349" cy="67297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26000" y="1080000"/>
            <a:ext cx="416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PGM </a:t>
            </a:r>
            <a:r>
              <a:rPr lang="ko-KR" altLang="en-US" dirty="0" smtClean="0"/>
              <a:t>프로그램 백업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780000"/>
            <a:ext cx="4172532" cy="2381582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>
          <a:xfrm>
            <a:off x="3838575" y="2608062"/>
            <a:ext cx="981075" cy="36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/>
        </p:nvCxnSpPr>
        <p:spPr>
          <a:xfrm>
            <a:off x="872697" y="6004205"/>
            <a:ext cx="651303" cy="0"/>
          </a:xfrm>
          <a:prstGeom prst="line">
            <a:avLst/>
          </a:prstGeom>
          <a:ln w="25400">
            <a:solidFill>
              <a:srgbClr val="FF0000"/>
            </a:solidFill>
            <a:headEnd type="none" w="med" len="lg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3" idx="1"/>
            <a:endCxn id="25" idx="3"/>
          </p:cNvCxnSpPr>
          <p:nvPr/>
        </p:nvCxnSpPr>
        <p:spPr>
          <a:xfrm flipH="1">
            <a:off x="4819650" y="1264666"/>
            <a:ext cx="1606350" cy="902564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3838575" y="2355891"/>
            <a:ext cx="981075" cy="23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31" idx="1"/>
            <a:endCxn id="28" idx="3"/>
          </p:cNvCxnSpPr>
          <p:nvPr/>
        </p:nvCxnSpPr>
        <p:spPr>
          <a:xfrm flipH="1">
            <a:off x="4819650" y="2363419"/>
            <a:ext cx="1606349" cy="109472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25999" y="1901754"/>
            <a:ext cx="4629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백업받은</a:t>
            </a:r>
            <a:r>
              <a:rPr lang="ko-KR" altLang="en-US" dirty="0" smtClean="0"/>
              <a:t> 프로그램 폴더 뒤에 붙일 코멘트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ex) WTR1 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작성 후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백업 </a:t>
            </a:r>
            <a:r>
              <a:rPr lang="ko-KR" alt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진행시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backup-250821(163425)WTR1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25999" y="3276366"/>
            <a:ext cx="518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백업받은</a:t>
            </a:r>
            <a:r>
              <a:rPr lang="ko-KR" altLang="en-US" dirty="0" smtClean="0"/>
              <a:t> 프로그램 폴더들이 들어있는 폴더 열기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1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2476" y="76071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b="1" dirty="0" smtClean="0"/>
              <a:t>▣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업데이트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82" y="3837517"/>
            <a:ext cx="4163006" cy="238158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59" y="695301"/>
            <a:ext cx="2581635" cy="184810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847701"/>
            <a:ext cx="1810003" cy="14003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6776" y="2543409"/>
            <a:ext cx="5011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이미지에 나온 </a:t>
            </a:r>
            <a:r>
              <a:rPr lang="ko-KR" altLang="en-US" dirty="0" err="1" smtClean="0"/>
              <a:t>파일유형</a:t>
            </a:r>
            <a:r>
              <a:rPr lang="ko-KR" altLang="en-US" dirty="0" smtClean="0"/>
              <a:t> 또는 폴더를 단일로 </a:t>
            </a:r>
            <a:r>
              <a:rPr lang="ko-KR" altLang="en-US" dirty="0" err="1" smtClean="0"/>
              <a:t>드랍하거나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여러 개를 동시에 </a:t>
            </a:r>
            <a:r>
              <a:rPr lang="ko-KR" altLang="en-US" dirty="0" err="1" smtClean="0"/>
              <a:t>드랍</a:t>
            </a:r>
            <a:r>
              <a:rPr lang="ko-KR" altLang="en-US" dirty="0" smtClean="0"/>
              <a:t> 가능</a:t>
            </a:r>
            <a:endParaRPr lang="en-US" altLang="ko-KR" dirty="0" smtClean="0"/>
          </a:p>
          <a:p>
            <a:r>
              <a:rPr lang="ko-KR" altLang="en-US" dirty="0" smtClean="0"/>
              <a:t>위 항목 중 업데이트 할 항목들을 폴더 하나에 넣은 뒤</a:t>
            </a:r>
            <a:r>
              <a:rPr lang="en-US" altLang="ko-KR" dirty="0" smtClean="0"/>
              <a:t>,</a:t>
            </a:r>
            <a:r>
              <a:rPr lang="ko-KR" altLang="en-US" dirty="0" smtClean="0"/>
              <a:t> 넣은 폴더를 </a:t>
            </a:r>
            <a:r>
              <a:rPr lang="ko-KR" altLang="en-US" dirty="0" err="1" smtClean="0"/>
              <a:t>드랍하는</a:t>
            </a:r>
            <a:r>
              <a:rPr lang="ko-KR" altLang="en-US" dirty="0" smtClean="0"/>
              <a:t> 것도 가능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/>
          <a:srcRect l="4213" t="3837" r="2434"/>
          <a:stretch/>
        </p:blipFill>
        <p:spPr>
          <a:xfrm>
            <a:off x="5928196" y="695301"/>
            <a:ext cx="5495926" cy="4662826"/>
          </a:xfrm>
          <a:prstGeom prst="rect">
            <a:avLst/>
          </a:prstGeom>
        </p:spPr>
      </p:pic>
      <p:cxnSp>
        <p:nvCxnSpPr>
          <p:cNvPr id="8" name="직선 화살표 연결선 7"/>
          <p:cNvCxnSpPr/>
          <p:nvPr/>
        </p:nvCxnSpPr>
        <p:spPr>
          <a:xfrm flipV="1">
            <a:off x="7077075" y="3943350"/>
            <a:ext cx="266700" cy="83820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1695" y="417778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드래그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4" name="직선 화살표 연결선 13"/>
          <p:cNvCxnSpPr>
            <a:endCxn id="3" idx="3"/>
          </p:cNvCxnSpPr>
          <p:nvPr/>
        </p:nvCxnSpPr>
        <p:spPr>
          <a:xfrm flipH="1">
            <a:off x="4814088" y="3849282"/>
            <a:ext cx="1196187" cy="1179026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59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3780000"/>
            <a:ext cx="4163006" cy="238158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12476" y="76071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b="1" dirty="0" smtClean="0"/>
              <a:t>▣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업데이트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4163006" cy="2381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322" y="3780000"/>
            <a:ext cx="4163006" cy="2381582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6566911" y="5989862"/>
            <a:ext cx="1179213" cy="0"/>
          </a:xfrm>
          <a:prstGeom prst="line">
            <a:avLst/>
          </a:prstGeom>
          <a:ln w="25400">
            <a:solidFill>
              <a:srgbClr val="FF0000"/>
            </a:solidFill>
            <a:headEnd type="none" w="med" len="lg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5" idx="2"/>
            <a:endCxn id="8" idx="0"/>
          </p:cNvCxnSpPr>
          <p:nvPr/>
        </p:nvCxnSpPr>
        <p:spPr>
          <a:xfrm>
            <a:off x="2801503" y="3461582"/>
            <a:ext cx="0" cy="318418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8" idx="3"/>
            <a:endCxn id="2" idx="1"/>
          </p:cNvCxnSpPr>
          <p:nvPr/>
        </p:nvCxnSpPr>
        <p:spPr>
          <a:xfrm>
            <a:off x="4883006" y="4970791"/>
            <a:ext cx="1541316" cy="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08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79450"/>
            <a:ext cx="4163006" cy="238158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780000"/>
            <a:ext cx="4163006" cy="238158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12476" y="76071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b="1" dirty="0" smtClean="0"/>
              <a:t>▣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 smtClean="0">
                <a:latin typeface="+mn-ea"/>
              </a:rPr>
              <a:t>업로드</a:t>
            </a:r>
            <a:endParaRPr lang="en-US" altLang="ko-KR" b="1" dirty="0" smtClean="0">
              <a:latin typeface="+mn-ea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838575" y="2605792"/>
            <a:ext cx="981075" cy="36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/>
          <p:cNvCxnSpPr>
            <a:stCxn id="25" idx="2"/>
          </p:cNvCxnSpPr>
          <p:nvPr/>
        </p:nvCxnSpPr>
        <p:spPr>
          <a:xfrm flipH="1">
            <a:off x="2802716" y="2965792"/>
            <a:ext cx="1526397" cy="814208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000" y="3780000"/>
            <a:ext cx="4163006" cy="2381582"/>
          </a:xfrm>
          <a:prstGeom prst="rect">
            <a:avLst/>
          </a:prstGeom>
        </p:spPr>
      </p:pic>
      <p:cxnSp>
        <p:nvCxnSpPr>
          <p:cNvPr id="19" name="직선 화살표 연결선 18"/>
          <p:cNvCxnSpPr>
            <a:stCxn id="7" idx="3"/>
            <a:endCxn id="8" idx="1"/>
          </p:cNvCxnSpPr>
          <p:nvPr/>
        </p:nvCxnSpPr>
        <p:spPr>
          <a:xfrm>
            <a:off x="4883006" y="4970791"/>
            <a:ext cx="1542994" cy="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26" idx="1"/>
          </p:cNvCxnSpPr>
          <p:nvPr/>
        </p:nvCxnSpPr>
        <p:spPr>
          <a:xfrm flipH="1">
            <a:off x="4308765" y="2704429"/>
            <a:ext cx="2117234" cy="2144662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25999" y="2104264"/>
            <a:ext cx="49208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첫 항목 선택 시 </a:t>
            </a:r>
            <a:r>
              <a:rPr lang="en-US" altLang="ko-KR" dirty="0" smtClean="0"/>
              <a:t>Data ID </a:t>
            </a:r>
            <a:r>
              <a:rPr lang="ko-KR" altLang="en-US" dirty="0" smtClean="0"/>
              <a:t>세팅 진행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이후 항목은 백업 폴더 내에 있는 파일 리스트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선택 항목으로 업데이트 진행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ko-KR" altLang="en-US" dirty="0" smtClean="0"/>
              <a:t>이후는 </a:t>
            </a:r>
            <a:r>
              <a:rPr lang="ko-KR" altLang="en-US" dirty="0" err="1" smtClean="0"/>
              <a:t>드랍해서</a:t>
            </a:r>
            <a:r>
              <a:rPr lang="ko-KR" altLang="en-US" dirty="0" smtClean="0"/>
              <a:t> 업데이트 할 때와 같음</a:t>
            </a:r>
            <a:r>
              <a:rPr lang="en-US" altLang="ko-KR" dirty="0" smtClean="0"/>
              <a:t>)</a:t>
            </a:r>
          </a:p>
        </p:txBody>
      </p:sp>
      <p:cxnSp>
        <p:nvCxnSpPr>
          <p:cNvPr id="32" name="직선 연결선 31"/>
          <p:cNvCxnSpPr/>
          <p:nvPr/>
        </p:nvCxnSpPr>
        <p:spPr>
          <a:xfrm>
            <a:off x="6566911" y="5989862"/>
            <a:ext cx="1179213" cy="0"/>
          </a:xfrm>
          <a:prstGeom prst="line">
            <a:avLst/>
          </a:prstGeom>
          <a:ln w="25400">
            <a:solidFill>
              <a:srgbClr val="FF0000"/>
            </a:solidFill>
            <a:headEnd type="none" w="med" len="lg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38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4163006" cy="238158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12476" y="76071"/>
            <a:ext cx="1502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b="1" dirty="0" smtClean="0"/>
              <a:t>▣</a:t>
            </a:r>
            <a:r>
              <a:rPr lang="en-US" altLang="ko-KR" b="1" dirty="0" smtClean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기타 기능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00" y="1080000"/>
            <a:ext cx="4163006" cy="2381582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2116731" y="2459349"/>
            <a:ext cx="1352550" cy="2952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3" idx="3"/>
            <a:endCxn id="7" idx="1"/>
          </p:cNvCxnSpPr>
          <p:nvPr/>
        </p:nvCxnSpPr>
        <p:spPr>
          <a:xfrm flipV="1">
            <a:off x="3469281" y="2270791"/>
            <a:ext cx="2956719" cy="336196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7"/>
          <p:cNvSpPr/>
          <p:nvPr/>
        </p:nvSpPr>
        <p:spPr>
          <a:xfrm>
            <a:off x="6489188" y="1975517"/>
            <a:ext cx="2707364" cy="134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681048" y="2057293"/>
            <a:ext cx="25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>
                    <a:lumMod val="85000"/>
                  </a:schemeClr>
                </a:solidFill>
              </a:rPr>
              <a:t>출력 창 </a:t>
            </a:r>
            <a:r>
              <a:rPr lang="ko-KR" altLang="en-US" sz="1400" dirty="0" err="1" smtClean="0">
                <a:solidFill>
                  <a:schemeClr val="bg1">
                    <a:lumMod val="85000"/>
                  </a:schemeClr>
                </a:solidFill>
              </a:rPr>
              <a:t>우클릭</a:t>
            </a:r>
            <a:r>
              <a:rPr lang="ko-KR" altLang="en-US" sz="1400" dirty="0" smtClean="0">
                <a:solidFill>
                  <a:schemeClr val="bg1">
                    <a:lumMod val="85000"/>
                  </a:schemeClr>
                </a:solidFill>
              </a:rPr>
              <a:t> 시 메뉴 생성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20000" y="3780000"/>
            <a:ext cx="4163006" cy="2381582"/>
            <a:chOff x="720000" y="3670800"/>
            <a:chExt cx="4163006" cy="2381582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0000" y="3670800"/>
              <a:ext cx="4163006" cy="2381582"/>
            </a:xfrm>
            <a:prstGeom prst="rect">
              <a:avLst/>
            </a:prstGeom>
          </p:spPr>
        </p:pic>
        <p:sp>
          <p:nvSpPr>
            <p:cNvPr id="12" name="모서리가 둥근 직사각형 11"/>
            <p:cNvSpPr/>
            <p:nvPr/>
          </p:nvSpPr>
          <p:spPr>
            <a:xfrm>
              <a:off x="3563987" y="5701148"/>
              <a:ext cx="234000" cy="23549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5674270" y="5164017"/>
            <a:ext cx="390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출력 창 내용 </a:t>
            </a:r>
            <a:r>
              <a:rPr lang="en-US" altLang="ko-KR" dirty="0" smtClean="0"/>
              <a:t>SSLog.txt </a:t>
            </a:r>
            <a:r>
              <a:rPr lang="ko-KR" altLang="en-US" dirty="0" smtClean="0"/>
              <a:t>파일에 저장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SSLog.txt</a:t>
            </a:r>
            <a:r>
              <a:rPr lang="ko-KR" altLang="en-US" dirty="0" smtClean="0"/>
              <a:t>는 백업 폴더 내에 있음</a:t>
            </a:r>
            <a:endParaRPr lang="ko-KR" altLang="en-US" dirty="0"/>
          </a:p>
        </p:txBody>
      </p:sp>
      <p:cxnSp>
        <p:nvCxnSpPr>
          <p:cNvPr id="14" name="직선 화살표 연결선 13"/>
          <p:cNvCxnSpPr>
            <a:stCxn id="12" idx="3"/>
            <a:endCxn id="13" idx="1"/>
          </p:cNvCxnSpPr>
          <p:nvPr/>
        </p:nvCxnSpPr>
        <p:spPr>
          <a:xfrm flipV="1">
            <a:off x="3797987" y="5487183"/>
            <a:ext cx="1876283" cy="440914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8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6350">
          <a:solidFill>
            <a:srgbClr val="FF0000"/>
          </a:solidFill>
          <a:prstDash val="dash"/>
          <a:headEnd type="none" w="med" len="lg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</TotalTime>
  <Words>134</Words>
  <Application>Microsoft Office PowerPoint</Application>
  <PresentationFormat>와이드스크린</PresentationFormat>
  <Paragraphs>25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SubnetSyncer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SubnetSyncer</dc:title>
  <dc:creator>ROBOTN</dc:creator>
  <cp:lastModifiedBy>eca1227@gmail.com</cp:lastModifiedBy>
  <cp:revision>111</cp:revision>
  <dcterms:created xsi:type="dcterms:W3CDTF">2024-09-02T02:56:19Z</dcterms:created>
  <dcterms:modified xsi:type="dcterms:W3CDTF">2025-11-12T02:29:42Z</dcterms:modified>
</cp:coreProperties>
</file>